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4480560"/>
            <a:ext cx="12191695" cy="64008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51560"/>
            <a:ext cx="1554480" cy="155448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0">
                <a:solidFill>
                  <a:srgbClr val="FFFFFF"/>
                </a:solidFill>
                <a:latin typeface="Calibri"/>
              </a:rPr>
              <a:t>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143000"/>
            <a:ext cx="8778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AI Communication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0574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06B6D4"/>
                </a:solidFill>
                <a:latin typeface="Calibri"/>
              </a:rPr>
              <a:t>Real Indian Sign Language Recognition  •  Voice  • 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743200"/>
            <a:ext cx="8778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5F3FF"/>
                </a:solidFill>
                <a:latin typeface="Calibri"/>
              </a:rPr>
              <a:t>An intelligent, accessible communication platform that translates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5F3FF"/>
                </a:solidFill>
                <a:latin typeface="Calibri"/>
              </a:rPr>
              <a:t>ISL hand signs into natural sentences — breaking communication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5F3FF"/>
                </a:solidFill>
                <a:latin typeface="Calibri"/>
              </a:rPr>
              <a:t>barriers for the deaf and hard-of-hearing community.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4B5FD"/>
                </a:solidFill>
                <a:latin typeface="Calibri"/>
              </a:rPr>
              <a:t>Full-Stack Project Presentation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C4B5FD"/>
                </a:solidFill>
                <a:latin typeface="Calibri"/>
              </a:rPr>
              <a:t>Backend: FastAPI + Machine Learning      |      Frontend: React + Vite + Android (Capacitor)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Why this project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E1B4B"/>
                </a:solidFill>
                <a:latin typeface="Calibri"/>
              </a:rPr>
              <a:t>•  Communication barriers for the deaf &amp; hard-of-hearing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E1B4B"/>
                </a:solidFill>
                <a:latin typeface="Calibri"/>
              </a:rPr>
              <a:t>–  Sign language is not understood by most hearing people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E1B4B"/>
                </a:solidFill>
                <a:latin typeface="Calibri"/>
              </a:rPr>
              <a:t>–  Text-only apps are slow and impersonal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E1B4B"/>
                </a:solidFill>
                <a:latin typeface="Calibri"/>
              </a:rPr>
              <a:t>•  Existing solutions are expensive or language-limited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E1B4B"/>
                </a:solidFill>
                <a:latin typeface="Calibri"/>
              </a:rPr>
              <a:t>–  Most sign-recognition tools support only American Sign Language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E1B4B"/>
                </a:solidFill>
                <a:latin typeface="Calibri"/>
              </a:rPr>
              <a:t>–  Indian Sign Language (ISL) is largely underserved by AI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E1B4B"/>
                </a:solidFill>
                <a:latin typeface="Calibri"/>
              </a:rPr>
              <a:t>•  Emergency situations need one-tap communication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1E1B4B"/>
                </a:solidFill>
                <a:latin typeface="Calibri"/>
              </a:rPr>
              <a:t>–  A person in distress may not be able to speak or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554480"/>
            <a:ext cx="411480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830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6D28D9"/>
                </a:solidFill>
                <a:latin typeface="Calibri"/>
              </a:rPr>
              <a:t>💡 The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77440"/>
            <a:ext cx="35661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1B4B"/>
                </a:solidFill>
                <a:latin typeface="Calibri"/>
              </a:rPr>
              <a:t>There was no free, real-time,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1B4B"/>
                </a:solidFill>
                <a:latin typeface="Calibri"/>
              </a:rPr>
              <a:t>AI-powered assistant that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1B4B"/>
                </a:solidFill>
                <a:latin typeface="Calibri"/>
              </a:rPr>
              <a:t>understands Indian Sign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1B4B"/>
                </a:solidFill>
                <a:latin typeface="Calibri"/>
              </a:rPr>
              <a:t>Language and converts it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1B4B"/>
                </a:solidFill>
                <a:latin typeface="Calibri"/>
              </a:rPr>
              <a:t>into spoken words,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1B4B"/>
                </a:solidFill>
                <a:latin typeface="Calibri"/>
              </a:rPr>
              <a:t>text and actions —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1B4B"/>
                </a:solidFill>
                <a:latin typeface="Calibri"/>
              </a:rPr>
              <a:t>all in one accessible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AI Communication Assistant  |  Real Indian Sign Language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One intelligent communication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974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97480" cy="128016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>
                <a:solidFill>
                  <a:srgbClr val="6D28D9"/>
                </a:solidFill>
                <a:latin typeface="Calibri"/>
              </a:rPr>
              <a:t>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E1B4B"/>
                </a:solidFill>
                <a:latin typeface="Calibri"/>
              </a:rPr>
              <a:t>ISL Sign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2331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6B7280"/>
                </a:solidFill>
                <a:latin typeface="Calibri"/>
              </a:rPr>
              <a:t>Real-time hand tracking with MediaPipe + a trained ISL ML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645920"/>
            <a:ext cx="26974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01568" y="1645920"/>
            <a:ext cx="2697480" cy="128016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96596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>
                <a:solidFill>
                  <a:srgbClr val="06B6D4"/>
                </a:solidFill>
                <a:latin typeface="Calibri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8803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E1B4B"/>
                </a:solidFill>
                <a:latin typeface="Calibri"/>
              </a:rPr>
              <a:t>AI Sentence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611880"/>
            <a:ext cx="2331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6B7280"/>
                </a:solidFill>
                <a:latin typeface="Calibri"/>
              </a:rPr>
              <a:t>Combines detected signs into natural, grammatically-correct sentences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645920"/>
            <a:ext cx="26974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4496" y="1645920"/>
            <a:ext cx="2697480" cy="128016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96596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>
                <a:solidFill>
                  <a:srgbClr val="059669"/>
                </a:solidFill>
                <a:latin typeface="Calibri"/>
              </a:rPr>
              <a:t>🗣️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8803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E1B4B"/>
                </a:solidFill>
                <a:latin typeface="Calibri"/>
              </a:rPr>
              <a:t>Voice +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611880"/>
            <a:ext cx="2331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6B7280"/>
                </a:solidFill>
                <a:latin typeface="Calibri"/>
              </a:rPr>
              <a:t>Speech-to-text and text-to-speech in English, Hindi &amp; Marathi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7424" y="1645920"/>
            <a:ext cx="26974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07424" y="1645920"/>
            <a:ext cx="2697480" cy="128016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7424" y="196596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>
                <a:solidFill>
                  <a:srgbClr val="D97706"/>
                </a:solidFill>
                <a:latin typeface="Calibri"/>
              </a:rPr>
              <a:t>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8803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E1B4B"/>
                </a:solidFill>
                <a:latin typeface="Calibri"/>
              </a:rPr>
              <a:t>Emergency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3611880"/>
            <a:ext cx="2331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6B7280"/>
                </a:solidFill>
                <a:latin typeface="Calibri"/>
              </a:rPr>
              <a:t>Double-tap SOS, one-tap emergency messages and GPS location sharing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6D28D9"/>
                </a:solidFill>
                <a:latin typeface="Calibri"/>
              </a:rPr>
              <a:t>Result: a deaf user signs → the app speaks the sentence aloud → the conversation flows both ways.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AI Communication Assistant  |  Real Indian Sign Language Technology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End-to-end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834640" cy="96012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8346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CLIENT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508760"/>
            <a:ext cx="809244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508760"/>
            <a:ext cx="7589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1E1B4B"/>
                </a:solidFill>
                <a:latin typeface="Calibri"/>
              </a:rPr>
              <a:t>React + Vite SPA  •  Android via Capacitor  •  Camera (WebRTC)  •  Mic (Web Speech API)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828800" y="2496312"/>
            <a:ext cx="320040" cy="256032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770632"/>
            <a:ext cx="2834640" cy="96012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70632"/>
            <a:ext cx="28346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API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770632"/>
            <a:ext cx="809244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770632"/>
            <a:ext cx="7589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1E1B4B"/>
                </a:solidFill>
                <a:latin typeface="Calibri"/>
              </a:rPr>
              <a:t>FastAPI REST API  •  CORS  •  Token authentication  •  File upload for camera frames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828800" y="3758184"/>
            <a:ext cx="320040" cy="256032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032504"/>
            <a:ext cx="2834640" cy="9601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32504"/>
            <a:ext cx="28346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AI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032504"/>
            <a:ext cx="809244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4032504"/>
            <a:ext cx="7589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1E1B4B"/>
                </a:solidFill>
                <a:latin typeface="Calibri"/>
              </a:rPr>
              <a:t>MediaPipe Hands (21 landmarks)  •  ISL ML model (joblib)  •  Command Engine (40 signs)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828800" y="5020056"/>
            <a:ext cx="320040" cy="256032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5294376"/>
            <a:ext cx="2834640" cy="9601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94376"/>
            <a:ext cx="28346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5294376"/>
            <a:ext cx="809244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5294376"/>
            <a:ext cx="7589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1E1B4B"/>
                </a:solidFill>
                <a:latin typeface="Calibri"/>
              </a:rPr>
              <a:t>SQLite database  •  Users  •  Sessions  •  History  •  Favorites  •  Emergency contacts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AI Communication Assistant  |  Real Indian Sign Language Technology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11880" cy="54864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611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🐍 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611880" cy="39776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FastAPI 0.141 — REST API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Uvicorn — ASGI server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scikit-learn — ML model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MediaPipe — hand tracking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OpenCV — image processing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SQLite + joblib — data &amp; model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python-multipart — uploads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611880" cy="5486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554480"/>
            <a:ext cx="3611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⚛️  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03120"/>
            <a:ext cx="3611880" cy="39776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React 19 + Vite 8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Capacitor — Android app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Web Speech API — voice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WebRTC — camera stream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Canvas — frame capture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CSS3 — responsive UI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Oxlint — code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611880" cy="5486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554480"/>
            <a:ext cx="3611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🛠️  TOOLS &amp; 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03120"/>
            <a:ext cx="3611880" cy="39776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Git — version control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Firebase — hosting config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CORS — secure API access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Token sessions — auth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RESTful API design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Background services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>
                <a:solidFill>
                  <a:srgbClr val="1E1B4B"/>
                </a:solidFill>
                <a:latin typeface="Calibri"/>
              </a:rPr>
              <a:t>•  Cross-platform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AI Communication Assistant  |  Real Indian Sign Language Technology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AI &amp;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How the ISL model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1E1B4B"/>
                </a:solidFill>
                <a:latin typeface="Calibri"/>
              </a:rPr>
              <a:t>•  Hand landmark extraction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MediaPipe Hands detects 21 hand landmarks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Each landmark provides X, Y, Z coordinates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21 × 3 = 63 features per frame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1E1B4B"/>
                </a:solidFill>
                <a:latin typeface="Calibri"/>
              </a:rPr>
              <a:t>•  Normalization pipeline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Wrist-relative: subtract wrist position (translation invariant)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Scale by hand size (distance invariant)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Flatten to a 63-feature vector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 b="1">
                <a:solidFill>
                  <a:srgbClr val="1E1B4B"/>
                </a:solidFill>
                <a:latin typeface="Calibri"/>
              </a:rPr>
              <a:t>•  Prediction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Trained classifier predicts the ISL sign + confidence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Model file: isl_sign_model.pkl (17 MB, joblib)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508760"/>
            <a:ext cx="48920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7373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D28D9"/>
                </a:solidFill>
                <a:latin typeface="Calibri"/>
              </a:rPr>
              <a:t>🛡️  Stability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28600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•  Majority voting over last 7 predictions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•  Confidence threshold (≥ 45%)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•  Average confidence ≥ 55%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•  4 consistent votes required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•  Recent 4-frame consistency check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•  Hand-removed detection resets state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1E1B4B"/>
                </a:solidFill>
                <a:latin typeface="Calibri"/>
              </a:rPr>
              <a:t>•  → Filters out jitter &amp; false positives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AI Communication Assistant  |  Real Indian Sign Language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11880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D28D9"/>
                </a:solidFill>
                <a:latin typeface="Calibri"/>
              </a:rPr>
              <a:t>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91056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1B4B"/>
                </a:solidFill>
                <a:latin typeface="Calibri"/>
              </a:rPr>
              <a:t>ISL Camera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29968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Live camera sign recognition with auto-detect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63040"/>
            <a:ext cx="3611880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72768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D28D9"/>
                </a:solidFill>
                <a:latin typeface="Calibri"/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1591056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1B4B"/>
                </a:solidFill>
                <a:latin typeface="Calibri"/>
              </a:rPr>
              <a:t>Natural Sentences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2029968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AI builder turns sign sequences into full sentences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63040"/>
            <a:ext cx="3611880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572768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D28D9"/>
                </a:solidFill>
                <a:latin typeface="Calibri"/>
              </a:rPr>
              <a:t>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1976" y="1591056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1B4B"/>
                </a:solidFill>
                <a:latin typeface="Calibri"/>
              </a:rPr>
              <a:t>Voice →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1976" y="2029968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Speech recognition (English / Hindi / Marathi)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90672"/>
            <a:ext cx="3611880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20040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D28D9"/>
                </a:solidFill>
                <a:latin typeface="Calibri"/>
              </a:rPr>
              <a:t>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218688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1B4B"/>
                </a:solidFill>
                <a:latin typeface="Calibri"/>
              </a:rPr>
              <a:t>Text → 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Auto-read detected sentences aloud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090672"/>
            <a:ext cx="3611880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20040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D28D9"/>
                </a:solidFill>
                <a:latin typeface="Calibri"/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8" y="3218688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1B4B"/>
                </a:solidFill>
                <a:latin typeface="Calibri"/>
              </a:rPr>
              <a:t>Two-Way Conversation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4648" y="3657600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One screen for ISL user + speaking user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3090672"/>
            <a:ext cx="3611880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320040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D28D9"/>
                </a:solidFill>
                <a:latin typeface="Calibri"/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1976" y="3218688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1B4B"/>
                </a:solidFill>
                <a:latin typeface="Calibri"/>
              </a:rPr>
              <a:t>Quick Messages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3657600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One-tap food, water, medicine, doctor, SOS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18304"/>
            <a:ext cx="3611880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828032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D28D9"/>
                </a:solidFill>
                <a:latin typeface="Calibri"/>
              </a:rPr>
              <a:t>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846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1B4B"/>
                </a:solidFill>
                <a:latin typeface="Calibri"/>
              </a:rPr>
              <a:t>Favorites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285232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Save &amp; reuse frequent messages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15968" y="4718304"/>
            <a:ext cx="3611880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828032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D28D9"/>
                </a:solidFill>
                <a:latin typeface="Calibri"/>
              </a:rPr>
              <a:t>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648" y="4846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1B4B"/>
                </a:solidFill>
                <a:latin typeface="Calibri"/>
              </a:rPr>
              <a:t>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8" y="5285232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Persistent log of all communication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83296" y="4718304"/>
            <a:ext cx="3611880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8" y="4828032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D28D9"/>
                </a:solidFill>
                <a:latin typeface="Calibri"/>
              </a:rPr>
              <a:t>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1976" y="48463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1B4B"/>
                </a:solidFill>
                <a:latin typeface="Calibri"/>
              </a:rPr>
              <a:t>Emergency Center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51976" y="5285232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Double-tap SOS + SMS + optional GPS location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6345936"/>
            <a:ext cx="3611880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6455664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D28D9"/>
                </a:solidFill>
                <a:latin typeface="Calibri"/>
              </a:rPr>
              <a:t>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6473952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1B4B"/>
                </a:solidFill>
                <a:latin typeface="Calibri"/>
              </a:rPr>
              <a:t>Medical 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6912864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Blood group, allergies, medicines, doctor contact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15968" y="6345936"/>
            <a:ext cx="3611880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6455664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D28D9"/>
                </a:solidFill>
                <a:latin typeface="Calibri"/>
              </a:rPr>
              <a:t>🛡️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4648" y="6473952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1B4B"/>
                </a:solidFill>
                <a:latin typeface="Calibri"/>
              </a:rPr>
              <a:t>Admin 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4648" y="6912864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User stats, accounts &amp; activity management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83296" y="6345936"/>
            <a:ext cx="3611880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47888" y="6455664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6D28D9"/>
                </a:solidFill>
                <a:latin typeface="Calibri"/>
              </a:rPr>
              <a:t>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51976" y="6473952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1B4B"/>
                </a:solidFill>
                <a:latin typeface="Calibri"/>
              </a:rPr>
              <a:t>Secure Auth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51976" y="6912864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Register / login with token sessions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AI Communication Assistant  |  Real Indian Sign Language Technology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Command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40 ISL signs mapped to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E1B4B"/>
                </a:solidFill>
                <a:latin typeface="Calibri"/>
              </a:rPr>
              <a:t>Every detected sign is converted into a structured command the app can act 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2103120" cy="658368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057400"/>
            <a:ext cx="88239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057400"/>
            <a:ext cx="83210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1B4B"/>
                </a:solidFill>
                <a:latin typeface="Calibri"/>
              </a:rPr>
              <a:t>hello • goodbye • thank_you • sorry • please • yes • no • okay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43784"/>
            <a:ext cx="2103120" cy="658368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43784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843784"/>
            <a:ext cx="88239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843784"/>
            <a:ext cx="83210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1B4B"/>
                </a:solidFill>
                <a:latin typeface="Calibri"/>
              </a:rPr>
              <a:t>help • stop • come • go • sit • stand • eat • drink • write • 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30168"/>
            <a:ext cx="2103120" cy="6583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30168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630168"/>
            <a:ext cx="88239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3630168"/>
            <a:ext cx="83210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1B4B"/>
                </a:solidFill>
                <a:latin typeface="Calibri"/>
              </a:rPr>
              <a:t>where • what • when • today • me • you • he • she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16552"/>
            <a:ext cx="2103120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16552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People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4416552"/>
            <a:ext cx="88239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4416552"/>
            <a:ext cx="83210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1B4B"/>
                </a:solidFill>
                <a:latin typeface="Calibri"/>
              </a:rPr>
              <a:t>mother • father • brother • sister • friend • teacher • student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02936"/>
            <a:ext cx="2103120" cy="658368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02936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Places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5202936"/>
            <a:ext cx="88239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5202936"/>
            <a:ext cx="83210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1B4B"/>
                </a:solidFill>
                <a:latin typeface="Calibri"/>
              </a:rPr>
              <a:t>home • school • hospital • market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989320"/>
            <a:ext cx="2103120" cy="658368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Needs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5989320"/>
            <a:ext cx="88239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5989320"/>
            <a:ext cx="83210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E1B4B"/>
                </a:solidFill>
                <a:latin typeface="Calibri"/>
              </a:rPr>
              <a:t>water • food • tea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AI Communication Assistant  |  Real Indian Sign Language Technology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Backend REST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960120" cy="38404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6304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1B4B"/>
                </a:solidFill>
                <a:latin typeface="Consolas"/>
              </a:rPr>
              <a:t>/api/health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463040"/>
            <a:ext cx="5943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Health check — model &amp; services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960120" cy="384048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2024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1B4B"/>
                </a:solidFill>
                <a:latin typeface="Consolas"/>
              </a:rPr>
              <a:t>/api/sign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920240"/>
            <a:ext cx="5943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Receive a detected 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77440"/>
            <a:ext cx="960120" cy="384048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7744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37744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1B4B"/>
                </a:solidFill>
                <a:latin typeface="Consolas"/>
              </a:rPr>
              <a:t>/api/sign-camera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77440"/>
            <a:ext cx="5943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Upload camera frame → ISL 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34640"/>
            <a:ext cx="960120" cy="384048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3464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83464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1B4B"/>
                </a:solidFill>
                <a:latin typeface="Consolas"/>
              </a:rPr>
              <a:t>/api/command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834640"/>
            <a:ext cx="5943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Convert sign → command + message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91840"/>
            <a:ext cx="960120" cy="384048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9184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29184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1B4B"/>
                </a:solidFill>
                <a:latin typeface="Consolas"/>
              </a:rPr>
              <a:t>/api/commands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291840"/>
            <a:ext cx="5943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List all 40 available commands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49040"/>
            <a:ext cx="960120" cy="384048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4904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74904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1B4B"/>
                </a:solidFill>
                <a:latin typeface="Consolas"/>
              </a:rPr>
              <a:t>/api/message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749040"/>
            <a:ext cx="5943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Send a text message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06240"/>
            <a:ext cx="960120" cy="38404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20624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20624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1B4B"/>
                </a:solidFill>
                <a:latin typeface="Consolas"/>
              </a:rPr>
              <a:t>/api/auth/register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206240"/>
            <a:ext cx="5943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Create account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663440"/>
            <a:ext cx="960120" cy="38404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466344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1B4B"/>
                </a:solidFill>
                <a:latin typeface="Consolas"/>
              </a:rPr>
              <a:t>/api/auth/login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63440"/>
            <a:ext cx="5943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Login → session token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120640"/>
            <a:ext cx="96012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12064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512064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1B4B"/>
                </a:solidFill>
                <a:latin typeface="Consolas"/>
              </a:rPr>
              <a:t>/api/user/history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5120640"/>
            <a:ext cx="5943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Communication history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577840"/>
            <a:ext cx="96012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57784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57784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1B4B"/>
                </a:solidFill>
                <a:latin typeface="Consolas"/>
              </a:rPr>
              <a:t>/api/user/favorites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5577840"/>
            <a:ext cx="5943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Saved favorites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6035040"/>
            <a:ext cx="96012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03504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45920" y="603504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1B4B"/>
                </a:solidFill>
                <a:latin typeface="Consolas"/>
              </a:rPr>
              <a:t>/api/user/emergency-contacts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6035040"/>
            <a:ext cx="5943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Emergency contacts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6492240"/>
            <a:ext cx="960120" cy="384048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49224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6492240"/>
            <a:ext cx="3931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1B4B"/>
                </a:solidFill>
                <a:latin typeface="Consolas"/>
              </a:rPr>
              <a:t>/api/admin/*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6492240"/>
            <a:ext cx="5943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Admin dashboard (stats, users, activity)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AI Communication Assistant  |  Real Indian Sign Language Technology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Security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How user data is protected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1E1B4B"/>
                </a:solidFill>
                <a:latin typeface="Calibri"/>
              </a:rPr>
              <a:t>•  Authentication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Register / login with email + password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SHA-256 password hashing in SQLite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Token-based sessions (secrets.token_urlsafe)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Protected endpoints require Bearer token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1E1B4B"/>
                </a:solidFill>
                <a:latin typeface="Calibri"/>
              </a:rPr>
              <a:t>•  Admin panel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Separate admin login &amp; token store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Environment-configured credentials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1E1B4B"/>
                </a:solidFill>
                <a:latin typeface="Calibri"/>
              </a:rPr>
              <a:t>•  Data storage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Local SQLite — no external data leaks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Per-user isolation of history, favorites, contacts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50292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D28D9"/>
                </a:solidFill>
                <a:latin typeface="Calibri"/>
              </a:rPr>
              <a:t>🔒  Privacy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4805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B4B"/>
                </a:solidFill>
                <a:latin typeface="Calibri"/>
              </a:rPr>
              <a:t>• Camera video is processed frame-by-frame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B4B"/>
                </a:solidFill>
                <a:latin typeface="Calibri"/>
              </a:rPr>
              <a:t>  and never stored or uploaded as video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B4B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B4B"/>
                </a:solidFill>
                <a:latin typeface="Calibri"/>
              </a:rPr>
              <a:t>• Only the detected sign text is saved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B4B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B4B"/>
                </a:solidFill>
                <a:latin typeface="Calibri"/>
              </a:rPr>
              <a:t>• All data stays on the user's device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B4B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B4B"/>
                </a:solidFill>
                <a:latin typeface="Calibri"/>
              </a:rPr>
              <a:t>• Emergency SMS uses the device's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1B4B"/>
                </a:solidFill>
                <a:latin typeface="Calibri"/>
              </a:rPr>
              <a:t>  native messaging — no third party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AI Communication Assistant  |  Real Indian Sign Language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Designed for everyone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6D28D9"/>
                </a:solidFill>
                <a:latin typeface="Calibri"/>
              </a:rPr>
              <a:t>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91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1B4B"/>
                </a:solidFill>
                <a:latin typeface="Calibri"/>
              </a:rPr>
              <a:t>Adjustable text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554480"/>
            <a:ext cx="6309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B7280"/>
                </a:solidFill>
                <a:latin typeface="Calibri"/>
              </a:rPr>
              <a:t>A− / A+ scaling from 0.9× to 1.5× across the whole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1106424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6D28D9"/>
                </a:solidFill>
                <a:latin typeface="Calibri"/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23160"/>
            <a:ext cx="3291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1B4B"/>
                </a:solidFill>
                <a:latin typeface="Calibri"/>
              </a:rPr>
              <a:t>Multi-language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23160"/>
            <a:ext cx="6309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B7280"/>
                </a:solidFill>
                <a:latin typeface="Calibri"/>
              </a:rPr>
              <a:t>English, Hindi and Marathi for speech &amp; voice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1106424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6D28D9"/>
                </a:solidFill>
                <a:latin typeface="Calibri"/>
              </a:rPr>
              <a:t>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291840"/>
            <a:ext cx="3291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1B4B"/>
                </a:solidFill>
                <a:latin typeface="Calibri"/>
              </a:rPr>
              <a:t>Large touch targets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91840"/>
            <a:ext cx="6309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B7280"/>
                </a:solidFill>
                <a:latin typeface="Calibri"/>
              </a:rPr>
              <a:t>Big buttons for motor-impaired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1106424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6D28D9"/>
                </a:solidFill>
                <a:latin typeface="Calibri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60520"/>
            <a:ext cx="3291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1B4B"/>
                </a:solidFill>
                <a:latin typeface="Calibri"/>
              </a:rPr>
              <a:t>One-tap quick messages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160520"/>
            <a:ext cx="6309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B7280"/>
                </a:solidFill>
                <a:latin typeface="Calibri"/>
              </a:rPr>
              <a:t>No typing needed for everyday needs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1106424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2920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6D28D9"/>
                </a:solidFill>
                <a:latin typeface="Calibri"/>
              </a:rPr>
              <a:t>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029200"/>
            <a:ext cx="3291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1B4B"/>
                </a:solidFill>
                <a:latin typeface="Calibri"/>
              </a:rPr>
              <a:t>Double-tap 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029200"/>
            <a:ext cx="6309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B7280"/>
                </a:solidFill>
                <a:latin typeface="Calibri"/>
              </a:rPr>
              <a:t>Emergency trigger that works even when the user cannot speak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6D28D9"/>
                </a:solidFill>
                <a:latin typeface="Calibri"/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897880"/>
            <a:ext cx="3291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1B4B"/>
                </a:solidFill>
                <a:latin typeface="Calibri"/>
              </a:rPr>
              <a:t>Mobile + Android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897880"/>
            <a:ext cx="6309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B7280"/>
                </a:solidFill>
                <a:latin typeface="Calibri"/>
              </a:rPr>
              <a:t>Runs in the browser or as a native Android app via Capacitor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AI Communication Assistant  |  Real Indian Sign Language Technology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How to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40680" cy="4480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6B6D4"/>
                </a:solidFill>
                <a:latin typeface="Calibri"/>
              </a:rPr>
              <a:t>🐍 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937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>cd backend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>venv311\Scripts\activate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>pip install -r requirements.txt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>python -m uvicorn main:app \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>      --host 0.0.0.0 --port 8000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>→ API: http://localhost:8000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>→ Docs: http://localhost:8000/docs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440680" cy="4480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6B6D4"/>
                </a:solidFill>
                <a:latin typeface="Calibri"/>
              </a:rPr>
              <a:t>⚛️ 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937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>cd frontend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>npm install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>npm run dev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>→ App: http://localhost:5173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>npm run build     (production)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Consolas"/>
              </a:rPr>
              <a:t>npx cap add android  (mobile)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AI Communication Assistant  |  Real Indian Sign Language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1E1B4B"/>
                </a:solidFill>
                <a:latin typeface="Calibri"/>
              </a:rPr>
              <a:t>•  Expand the ISL vocabulary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Train on a larger, real ISL dataset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Add two-hand and facial-expression signs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1E1B4B"/>
                </a:solidFill>
                <a:latin typeface="Calibri"/>
              </a:rPr>
              <a:t>•  Deeper AI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Deep learning (CNN / Transformer) models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Continuous sign-to-text (not just single signs)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1E1B4B"/>
                </a:solidFill>
                <a:latin typeface="Calibri"/>
              </a:rPr>
              <a:t>•  Communication features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Real-time translation mode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Chat with saved conversations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>
                <a:solidFill>
                  <a:srgbClr val="1E1B4B"/>
                </a:solidFill>
                <a:latin typeface="Calibri"/>
              </a:rPr>
              <a:t>–  Offline-first mobile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554480"/>
            <a:ext cx="50292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7830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D28D9"/>
                </a:solidFill>
                <a:latin typeface="Calibri"/>
              </a:rPr>
              <a:t>🚀 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37744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0">
                <a:solidFill>
                  <a:srgbClr val="1E1B4B"/>
                </a:solidFill>
                <a:latin typeface="Calibri"/>
              </a:rPr>
              <a:t>•  More Indian languages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0">
                <a:solidFill>
                  <a:srgbClr val="1E1B4B"/>
                </a:solidFill>
                <a:latin typeface="Calibri"/>
              </a:rPr>
              <a:t>•  Voice-controlled navigation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0">
                <a:solidFill>
                  <a:srgbClr val="1E1B4B"/>
                </a:solidFill>
                <a:latin typeface="Calibri"/>
              </a:rPr>
              <a:t>•  Wearable / smart-glove input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0">
                <a:solidFill>
                  <a:srgbClr val="1E1B4B"/>
                </a:solidFill>
                <a:latin typeface="Calibri"/>
              </a:rPr>
              <a:t>•  Cloud sync of user data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0">
                <a:solidFill>
                  <a:srgbClr val="1E1B4B"/>
                </a:solidFill>
                <a:latin typeface="Calibri"/>
              </a:rPr>
              <a:t>•  Caregiver dashboard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0">
                <a:solidFill>
                  <a:srgbClr val="1E1B4B"/>
                </a:solidFill>
                <a:latin typeface="Calibri"/>
              </a:rPr>
              <a:t>•  Accessibility certifications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AI Communication Assistant  |  Real Indian Sign Language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920240"/>
            <a:ext cx="12191695" cy="64008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F5F3FF"/>
                </a:solidFill>
                <a:latin typeface="Calibri"/>
              </a:rPr>
              <a:t>The AI Communication Assistant turns Indian Sign Language into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F5F3FF"/>
                </a:solidFill>
                <a:latin typeface="Calibri"/>
              </a:rPr>
              <a:t>spoken and written communication — in real time.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F5F3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F5F3FF"/>
                </a:solidFill>
                <a:latin typeface="Calibri"/>
              </a:rPr>
              <a:t>It combines computer vision, machine learning and inclusive design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F5F3FF"/>
                </a:solidFill>
                <a:latin typeface="Calibri"/>
              </a:rPr>
              <a:t>to give the deaf and hard-of-hearing community a voice.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29200"/>
            <a:ext cx="10515600" cy="4572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6B6D4"/>
                </a:solidFill>
                <a:latin typeface="Calibri"/>
              </a:rPr>
              <a:t>🤟  Communicate without barriers.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4B5FD"/>
                </a:solidFill>
                <a:latin typeface="Calibri"/>
              </a:rPr>
              <a:t>Thank you  •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